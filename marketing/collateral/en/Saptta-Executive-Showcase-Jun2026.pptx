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One platform for people and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93C5FD"/>
                </a:solidFill>
                <a:latin typeface="Segoe UI"/>
              </a:defRPr>
            </a:pPr>
            <a:r>
              <a:t>Saptta HRMS + Saptta Accounts — hire-to-retire HR and GST-ready finance on one login.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Saptta · Executive Showcase · Slide 1/12 · 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Growing companies lose weeks to disconnected HR &amp;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HR runs payroll in one tool; Finance gets another export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Leave balances don't match attendance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Managers email HR — no audit trail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Saptta: one employee record, one truth, manager self-service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2/12 · Jun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Saptta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Saptta HRMS — $59/mo — people, time, leave, payroll, performance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Saptta Accounts — $59/mo — invoicing, GST, ledger, Tally export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Saptta Complete — $95/mo — both products, save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3/12 · Jun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Who we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India SMB: 30–500 employees, full PF/ESI/PT/TDS/Form 16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GCC &amp; Kuwait: core HR live, payroll MVP with PIFSS &amp; indemnity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Industries: IT, manufacturing, retail, professional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4/12 · Jun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Hire to retire — one workforce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Recruit · Onboard · Operate · Pay · Grow · Comply · Exit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ATS, careers pages, AI ranking, hire → employee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Dashboard for company heads: headcount, present/absent,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5/12 · Jun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Saptta Accounts — books your CA will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Invoicing, purchases, inventory, bank reconciliation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GST returns, ledger, trial balance, Tally XML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Complete plan: payroll journals flow to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6/12 · Jun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Why unified beats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Trust headcount — HR and Finance aligned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Faster month-end — no manual re-keying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Manager self-service — leave, attendance, reviews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50 employees on Complete: $125/month all-in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7/12 · Jun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India payroll &amp; statutory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PF ECR · ESI · PT · TDS · Form 16 · Gratuity accrual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Pre-payroll review → run → approve → publish payslips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Honest: TDS simplified — CA validates before 24Q 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8/12 · Jun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Kuwait &amp; GCC — core HR + payroll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Jurisdiction signup: KW, AE, SA, BH, OM, QA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PIFSS, GOSI, indemnity/EOS accrual, IBAN exports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Validate statutory rates with local payroll consultant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9/12 · Jun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Outcomes in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60% less payroll prep time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Same-day payslip publish to employees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Zero spreadsheet re-keying between HR and Finance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Full audit trail on sensitive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10/12 · Jun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Simple pricing — under HR-only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HRMS $59 · Accounts $59 · Complete $95 (30 employees)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India: ₹7,999 Complete + GST at checkout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vs Keka ~₹9,999 HR only · vs ZenHR ~$150 HR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11/12 · Jun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Next step: 45-minute executive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Step 1: Discovery — headcount, current tools, pain points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Step 2: Live demo — HR + Finance on one login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Step 3: Trial workspace in 24 hours</a:t>
            </a:r>
          </a:p>
          <a:p>
            <a:pPr>
              <a:spcAft>
                <a:spcPts val="800"/>
              </a:spcAft>
              <a:defRPr sz="1600">
                <a:solidFill>
                  <a:srgbClr val="64748B"/>
                </a:solidFill>
                <a:latin typeface="Segoe UI"/>
              </a:defRPr>
            </a:pPr>
            <a:r>
              <a:t>hello@saptta.com · saptta.com · 14-day free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Saptta · Executive Showcase · Slide 12/12 · Jun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