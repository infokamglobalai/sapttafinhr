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097280"/>
            <a:ext cx="4572000" cy="4572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2194560" cy="3200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4183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93C5FD"/>
                </a:solidFill>
                <a:latin typeface="Segoe UI"/>
              </a:defRPr>
            </a:pPr>
            <a:r>
              <a:t>CLIENT SHOWCASE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144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One platform for</a:t>
            </a:r>
            <a:br/>
            <a:r>
              <a:t>people &amp; money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63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Segoe UI"/>
              </a:defRPr>
            </a:pPr>
            <a:r>
              <a:t>Saptta HRMS + Saptta Accounts — workforce, payroll, and finance</a:t>
            </a:r>
            <a:br/>
            <a:r>
              <a:t>on a single login. Built for India. Ready for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1605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616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2-in-1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737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HR + Finance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41605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43616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8737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Employees incl.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41605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3616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600" b="1">
                <a:solidFill>
                  <a:srgbClr val="2563EB"/>
                </a:solidFill>
                <a:latin typeface="Segoe UI"/>
              </a:defRPr>
            </a:pPr>
            <a:r>
              <a:t>$95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8737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Complete / 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41605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43616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14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8737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Free trial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1/11  ·  saptta.com  ·  hello@saptta.com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The problem every growing company faces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65960"/>
            <a:ext cx="54864" cy="3474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Without Saptta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✗  HR and Finance use different tools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✗  Payroll re-keyed into accounting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✗  Leave ≠ attendance in reports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✗  Managers email HR for approvals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✗  No audit trail on sensitive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965960"/>
            <a:ext cx="54864" cy="3474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10312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Segoe UI"/>
              </a:defRPr>
            </a:pPr>
            <a:r>
              <a:t>With Saptta Complete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✓  One employee record — one truth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✓  Attendance → payroll → payslip flow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✓  Manager &amp; employee self-service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✓  PF, GST, Tally exports built-in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✓  Encrypted PII + role-based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32120"/>
            <a:ext cx="11155680" cy="50292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596128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D4ED8"/>
                </a:solidFill>
                <a:latin typeface="Segoe UI"/>
              </a:defRPr>
            </a:pPr>
            <a:r>
              <a:t>CEO insight: the hidden cost is leadership time reconciling two versions of your own company.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2/11  ·  saptta.com  ·  hello@saptta.com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Two products. One platform.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54864" cy="3200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Saptta HRMS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$59/mo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Payroll &amp; statutory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Leave &amp; attendance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Recruitment &amp; performance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Manager + employee 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01168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2011680"/>
            <a:ext cx="54864" cy="3200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Saptta Accounts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$59/mo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Invoicing &amp; GST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Ledger &amp; bank rec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Inventory &amp; purchases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Unlimited finance users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01168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2011680"/>
            <a:ext cx="54864" cy="3200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148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Segoe UI"/>
              </a:defRPr>
            </a:pPr>
            <a:r>
              <a:t>Saptta Complete ★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$95/mo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Everything in HRMS + Accounts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20% savings vs separate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30 employees included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Recommended for owners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40680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Sign up  →  Product switcher  →  HR workspace  ↔  Finance workspace  →  Single SSO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3/11  ·  saptta.com  ·  hello@saptta.com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" name="Picture 8" descr="02-swit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965960"/>
            <a:ext cx="5669280" cy="4034070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LIVE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One login. Two products.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0176" y="1911096"/>
            <a:ext cx="5779008" cy="414379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5669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Product switcher — HR &amp;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0">
                <a:solidFill>
                  <a:srgbClr val="0F172A"/>
                </a:solidFill>
                <a:latin typeface="Segoe UI"/>
              </a:defRPr>
            </a:pPr>
            <a:r>
              <a:t>•  Unified platform login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Switch HR ↔ Finance instantly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Same workspace, same users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No duplicate employee master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4/11  ·  saptta.com  ·  hello@saptta.com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" name="Picture 8" descr="04-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965960"/>
            <a:ext cx="5669280" cy="5092391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SAPTTA HRMS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HR dashboard built for leaders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0176" y="1911096"/>
            <a:ext cx="5779008" cy="52021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5669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Headcount, attendance, priorities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0">
                <a:solidFill>
                  <a:srgbClr val="0F172A"/>
                </a:solidFill>
                <a:latin typeface="Segoe UI"/>
              </a:defRPr>
            </a:pPr>
            <a:r>
              <a:t>•  Today's present / absent panel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Pending leave &amp; payroll actions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22+ employees demo-ready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Manager &amp; employee 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5/11  ·  saptta.com  ·  hello@saptta.com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" name="Picture 8" descr="03-fi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965960"/>
            <a:ext cx="5669280" cy="6325024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SAPTTA 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Finance your CA will use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0176" y="1911096"/>
            <a:ext cx="5779008" cy="64347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5669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Invoicing, ledger, GST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0">
                <a:solidFill>
                  <a:srgbClr val="0F172A"/>
                </a:solidFill>
                <a:latin typeface="Segoe UI"/>
              </a:defRPr>
            </a:pPr>
            <a:r>
              <a:t>•  Full accounting workspace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GST-ready compliance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Tally XML export</a:t>
            </a:r>
          </a:p>
          <a:p>
            <a:pPr>
              <a:spcAft>
                <a:spcPts val="10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•  Unlimited finance users (flat fee)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6/11  ·  saptta.com  ·  hello@saptta.com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HRMS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Hire to retire — full HR lifecycle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65960"/>
            <a:ext cx="54864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2286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Recruit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ATS, careers, AI rank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9659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965960"/>
            <a:ext cx="54864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103120"/>
            <a:ext cx="2286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Onboard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Checklists, documents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59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965960"/>
            <a:ext cx="54864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103120"/>
            <a:ext cx="2286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Operate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Attendance, leave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9659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6840" y="1965960"/>
            <a:ext cx="54864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103120"/>
            <a:ext cx="2286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Pay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Run, payslip, bank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57600"/>
            <a:ext cx="54864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794760"/>
            <a:ext cx="2286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Grow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Performance reviews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36576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3657600"/>
            <a:ext cx="54864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3794760"/>
            <a:ext cx="2286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Comply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Letters, policies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6576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657600"/>
            <a:ext cx="54864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794760"/>
            <a:ext cx="2286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Engage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ESS portal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6576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3657600"/>
            <a:ext cx="54864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20" y="3794760"/>
            <a:ext cx="2286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Exit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Settlement, revoke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7/11  ·  saptta.com  ·  hello@saptta.com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Compliance built for real businesses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5394960" cy="384048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65960"/>
            <a:ext cx="54864" cy="3840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Segoe UI"/>
              </a:defRPr>
            </a:pPr>
            <a:r>
              <a:t>India (production-ready)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PF ECR · ESI · PT · TDS · Form 16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Gratuity accrual + exit estimate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Salary register · Bank advice · Tally XML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Pre-payroll review → approve → publish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3949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965960"/>
            <a:ext cx="54864" cy="38404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10312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GCC &amp; Kuwait (demo-ready MVP)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KW · AE · SA jurisdiction signup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PIFSS · GOSI · indemnity accrual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IBAN · WPS-style exports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Validate rates with local consultant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8/11  ·  saptta.com  ·  hello@saptta.com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Simple pricing — beat HR-only tools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965960"/>
          <a:ext cx="6858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5029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USD / mo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India INR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HRMS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$59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₹4,999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HR team replacing legacy HR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$59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₹4,999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64748B"/>
                          </a:solidFill>
                          <a:latin typeface="Segoe UI"/>
                        </a:defRPr>
                      </a:pPr>
                      <a:r>
                        <a:t>Finance + CA workflow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Complete ★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$95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₹7,999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Owners wanting one platform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635240" y="1965960"/>
            <a:ext cx="4023360" cy="201168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1965960"/>
            <a:ext cx="54864" cy="2011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103120"/>
            <a:ext cx="3703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Segoe UI"/>
              </a:defRPr>
            </a:pPr>
            <a:r>
              <a:t>At 30 employees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Saptta Complete: $95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Keka HR only: ~₹9,999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ZenHR GCC: ~$150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You save 20%+ vs separate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41605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3616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8737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emp → $125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41605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43616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48737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emp → $200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78440" y="41605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78440" y="43616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+30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48737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+$1.50/emp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9/11  ·  saptta.com  ·  hello@saptta.com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411480" cy="4114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47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Saptta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713232"/>
            <a:ext cx="1463040" cy="25603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731520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Segoe UI"/>
              </a:defRPr>
            </a:pPr>
            <a:r>
              <a:t>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Results company heads see in 90 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042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600" b="1">
                <a:solidFill>
                  <a:srgbClr val="2563EB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163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Less payroll prep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1031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3042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Same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8163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Payslip publish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3042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Zero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8163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Spreadsheet re-key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10312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30428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81635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Audit on changes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57600"/>
            <a:ext cx="54864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794760"/>
            <a:ext cx="5074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CHRO wins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Manager leave approvals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Recruitment pipeline visible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Compliance expiry alerts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65760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657600"/>
            <a:ext cx="54864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794760"/>
            <a:ext cx="5074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CFO wins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Payroll cost in finance view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GST + ledger same platform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Export-ready for 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10/11  ·  saptta.com  ·  hello@saptta.com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See your company on Saptta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21488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93C5FD"/>
                </a:solidFill>
                <a:latin typeface="Segoe UI"/>
              </a:defRPr>
            </a:pPr>
            <a:r>
              <a:t>45-minute live demo on your scenarios · Trial workspace in 24 hours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3383280" cy="1508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03580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Headcount, tools, pain 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926080"/>
            <a:ext cx="3383280" cy="1508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06324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03580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52044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HR + Finance, one login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926080"/>
            <a:ext cx="3383280" cy="1508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06324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303580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2044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Your team tests in 24h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9204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hello@saptta.com  ·  saptta.com  ·  14-day free trial  ·  Free Complete setup (launch offer)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65392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Saptta  ·  Client Showcase  ·  11/11  ·  saptta.com  ·  hello@saptta.com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